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004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-24" y="11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20A4685-5624-6485-284E-F9E564B92A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D980171-4276-9316-8A02-AD10EB9D11B4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gradFill>
            <a:gsLst>
              <a:gs pos="63000">
                <a:srgbClr val="33297F">
                  <a:alpha val="79000"/>
                </a:srgbClr>
              </a:gs>
              <a:gs pos="0">
                <a:srgbClr val="660874"/>
              </a:gs>
              <a:gs pos="100000">
                <a:srgbClr val="00498A">
                  <a:alpha val="7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82AD9CB-703F-517C-E539-CC8CF270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200303"/>
            <a:ext cx="9144000" cy="2387600"/>
          </a:xfrm>
        </p:spPr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49AB71-8F37-0359-28C9-FB0013C863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174" y="161926"/>
            <a:ext cx="3514569" cy="5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4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245" r="8148"/>
          <a:stretch/>
        </p:blipFill>
        <p:spPr>
          <a:xfrm>
            <a:off x="0" y="0"/>
            <a:ext cx="3765756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3765755" cy="6858000"/>
          </a:xfrm>
          <a:prstGeom prst="rect">
            <a:avLst/>
          </a:prstGeom>
          <a:gradFill>
            <a:gsLst>
              <a:gs pos="0">
                <a:srgbClr val="660874">
                  <a:alpha val="75000"/>
                </a:srgbClr>
              </a:gs>
              <a:gs pos="100000">
                <a:srgbClr val="00498A">
                  <a:alpha val="7500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2362814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3485116" y="3151943"/>
            <a:ext cx="554097" cy="554111"/>
          </a:xfrm>
          <a:prstGeom prst="ellipse">
            <a:avLst/>
          </a:prstGeom>
          <a:solidFill>
            <a:srgbClr val="660874">
              <a:alpha val="99000"/>
            </a:srgbClr>
          </a:solidFill>
          <a:ln w="57150">
            <a:solidFill>
              <a:schemeClr val="bg2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rial"/>
              <a:ea typeface="微软雅黑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735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245" r="8148"/>
          <a:stretch/>
        </p:blipFill>
        <p:spPr>
          <a:xfrm>
            <a:off x="0" y="0"/>
            <a:ext cx="3765756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3765755" cy="6858000"/>
          </a:xfrm>
          <a:prstGeom prst="rect">
            <a:avLst/>
          </a:prstGeom>
          <a:solidFill>
            <a:srgbClr val="00498A">
              <a:alpha val="7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2362814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3485116" y="3151943"/>
            <a:ext cx="554097" cy="554111"/>
          </a:xfrm>
          <a:prstGeom prst="ellipse">
            <a:avLst/>
          </a:prstGeom>
          <a:solidFill>
            <a:srgbClr val="00498A">
              <a:alpha val="99000"/>
            </a:srgbClr>
          </a:solidFill>
          <a:ln w="57150">
            <a:solidFill>
              <a:schemeClr val="bg2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rial"/>
              <a:ea typeface="微软雅黑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463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245" r="8148"/>
          <a:stretch/>
        </p:blipFill>
        <p:spPr>
          <a:xfrm>
            <a:off x="0" y="0"/>
            <a:ext cx="3765756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3765755" cy="6858000"/>
          </a:xfrm>
          <a:prstGeom prst="rect">
            <a:avLst/>
          </a:prstGeom>
          <a:solidFill>
            <a:srgbClr val="660874">
              <a:alpha val="7176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2362814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3485116" y="3151943"/>
            <a:ext cx="554097" cy="554111"/>
          </a:xfrm>
          <a:prstGeom prst="ellipse">
            <a:avLst/>
          </a:prstGeom>
          <a:solidFill>
            <a:srgbClr val="660874">
              <a:alpha val="99000"/>
            </a:srgbClr>
          </a:solidFill>
          <a:ln w="57150">
            <a:solidFill>
              <a:schemeClr val="bg2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rial"/>
              <a:ea typeface="微软雅黑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972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D980171-4276-9316-8A02-AD10EB9D11B4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660874"/>
              </a:gs>
              <a:gs pos="100000">
                <a:srgbClr val="00498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6C5A05-9006-2A19-CBC7-9DCC374D0050}"/>
              </a:ext>
            </a:extLst>
          </p:cNvPr>
          <p:cNvSpPr/>
          <p:nvPr userDrawn="1"/>
        </p:nvSpPr>
        <p:spPr>
          <a:xfrm>
            <a:off x="0" y="6563360"/>
            <a:ext cx="12192000" cy="294640"/>
          </a:xfrm>
          <a:prstGeom prst="rect">
            <a:avLst/>
          </a:prstGeom>
          <a:gradFill>
            <a:gsLst>
              <a:gs pos="0">
                <a:srgbClr val="660874"/>
              </a:gs>
              <a:gs pos="100000">
                <a:srgbClr val="00498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A49AB71-8F37-0359-28C9-FB0013C863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2" y="6621134"/>
            <a:ext cx="1115236" cy="173810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/>
        </p:nvGrpSpPr>
        <p:grpSpPr>
          <a:xfrm>
            <a:off x="9318607" y="106829"/>
            <a:ext cx="2873393" cy="646331"/>
            <a:chOff x="2405370" y="4880778"/>
            <a:chExt cx="2873393" cy="646331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3D43BFB-6020-A603-F54F-0077C0919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5370" y="4919450"/>
              <a:ext cx="776353" cy="588715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662824D-2EE6-3FCB-7AAE-EA89B4A016A1}"/>
                </a:ext>
              </a:extLst>
            </p:cNvPr>
            <p:cNvSpPr txBox="1"/>
            <p:nvPr/>
          </p:nvSpPr>
          <p:spPr>
            <a:xfrm>
              <a:off x="3228615" y="4880778"/>
              <a:ext cx="2050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秀钟书院</a:t>
              </a:r>
              <a:endPara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可持续发展探究</a:t>
              </a: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F82AD9CB-703F-517C-E539-CC8CF270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092" y="64135"/>
            <a:ext cx="5265420" cy="78613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98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2AD9CB-703F-517C-E539-CC8CF270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477" y="228265"/>
            <a:ext cx="9144000" cy="480131"/>
          </a:xfrm>
          <a:noFill/>
        </p:spPr>
        <p:txBody>
          <a:bodyPr wrap="square" rtlCol="0">
            <a:spAutoFit/>
          </a:bodyPr>
          <a:lstStyle>
            <a:lvl1pPr>
              <a:defRPr lang="zh-CN" altLang="en-US" sz="2800" dirty="0">
                <a:solidFill>
                  <a:srgbClr val="00498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marL="0" lvl="0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980171-4276-9316-8A02-AD10EB9D11B4}"/>
              </a:ext>
            </a:extLst>
          </p:cNvPr>
          <p:cNvSpPr/>
          <p:nvPr userDrawn="1"/>
        </p:nvSpPr>
        <p:spPr>
          <a:xfrm>
            <a:off x="0" y="868680"/>
            <a:ext cx="12192000" cy="45719"/>
          </a:xfrm>
          <a:prstGeom prst="rect">
            <a:avLst/>
          </a:prstGeom>
          <a:gradFill>
            <a:gsLst>
              <a:gs pos="0">
                <a:srgbClr val="660874"/>
              </a:gs>
              <a:gs pos="100000">
                <a:srgbClr val="00498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6C5A05-9006-2A19-CBC7-9DCC374D0050}"/>
              </a:ext>
            </a:extLst>
          </p:cNvPr>
          <p:cNvSpPr/>
          <p:nvPr userDrawn="1"/>
        </p:nvSpPr>
        <p:spPr>
          <a:xfrm>
            <a:off x="0" y="6563360"/>
            <a:ext cx="12192000" cy="294640"/>
          </a:xfrm>
          <a:prstGeom prst="rect">
            <a:avLst/>
          </a:prstGeom>
          <a:gradFill>
            <a:gsLst>
              <a:gs pos="0">
                <a:srgbClr val="660874"/>
              </a:gs>
              <a:gs pos="100000">
                <a:srgbClr val="00498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A49AB71-8F37-0359-28C9-FB0013C863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7" y="6616065"/>
            <a:ext cx="1115236" cy="17381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FAE61F-3D00-4FD1-ADA3-C4BD6B971F04}"/>
              </a:ext>
            </a:extLst>
          </p:cNvPr>
          <p:cNvGrpSpPr/>
          <p:nvPr userDrawn="1"/>
        </p:nvGrpSpPr>
        <p:grpSpPr>
          <a:xfrm>
            <a:off x="9249864" y="117842"/>
            <a:ext cx="3519788" cy="646331"/>
            <a:chOff x="1083734" y="118551"/>
            <a:chExt cx="3519788" cy="646331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662824D-2EE6-3FCB-7AAE-EA89B4A016A1}"/>
                </a:ext>
              </a:extLst>
            </p:cNvPr>
            <p:cNvSpPr txBox="1"/>
            <p:nvPr/>
          </p:nvSpPr>
          <p:spPr>
            <a:xfrm>
              <a:off x="1894188" y="118551"/>
              <a:ext cx="27093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498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秀钟书院</a:t>
              </a:r>
              <a:endParaRPr lang="en-US" altLang="zh-CN" dirty="0">
                <a:solidFill>
                  <a:srgbClr val="00498A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dirty="0">
                  <a:solidFill>
                    <a:srgbClr val="00498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可持续发展探究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2EEBACC-5951-3F75-F97F-1DC6365E6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734" y="168946"/>
              <a:ext cx="751839" cy="568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879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D980171-4276-9316-8A02-AD10EB9D11B4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70000">
                <a:srgbClr val="1A3985">
                  <a:alpha val="79000"/>
                </a:srgbClr>
              </a:gs>
              <a:gs pos="22000">
                <a:srgbClr val="33297F"/>
              </a:gs>
              <a:gs pos="0">
                <a:srgbClr val="660874"/>
              </a:gs>
              <a:gs pos="100000">
                <a:srgbClr val="00498A">
                  <a:alpha val="7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82AD9CB-703F-517C-E539-CC8CF270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200303"/>
            <a:ext cx="9144000" cy="23876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49AB71-8F37-0359-28C9-FB0013C86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174" y="161926"/>
            <a:ext cx="3514569" cy="5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6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94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00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16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26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85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94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421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51F24-8B45-4B33-9624-BA52EB347A1C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23EA1-FE97-444A-B291-D66D6AD3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25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1" r:id="rId3"/>
    <p:sldLayoutId id="2147483662" r:id="rId4"/>
    <p:sldLayoutId id="2147483650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05370" y="4880778"/>
            <a:ext cx="2873393" cy="646331"/>
            <a:chOff x="2405370" y="4880778"/>
            <a:chExt cx="2873393" cy="64633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D43BFB-6020-A603-F54F-0077C0919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370" y="4919450"/>
              <a:ext cx="776353" cy="58871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662824D-2EE6-3FCB-7AAE-EA89B4A016A1}"/>
                </a:ext>
              </a:extLst>
            </p:cNvPr>
            <p:cNvSpPr txBox="1"/>
            <p:nvPr/>
          </p:nvSpPr>
          <p:spPr>
            <a:xfrm>
              <a:off x="3228615" y="4880778"/>
              <a:ext cx="2050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秀钟书院</a:t>
              </a:r>
              <a:endPara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可持续发展探究</a:t>
              </a:r>
            </a:p>
          </p:txBody>
        </p:sp>
      </p:grpSp>
      <p:sp>
        <p:nvSpPr>
          <p:cNvPr id="10" name="副标题 2">
            <a:extLst>
              <a:ext uri="{FF2B5EF4-FFF2-40B4-BE49-F238E27FC236}">
                <a16:creationId xmlns:a16="http://schemas.microsoft.com/office/drawing/2014/main" id="{141BB40E-731D-0F6B-13ED-56D75DA1AFE8}"/>
              </a:ext>
            </a:extLst>
          </p:cNvPr>
          <p:cNvSpPr txBox="1">
            <a:spLocks/>
          </p:cNvSpPr>
          <p:nvPr/>
        </p:nvSpPr>
        <p:spPr>
          <a:xfrm>
            <a:off x="5325655" y="5098520"/>
            <a:ext cx="6238875" cy="5477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dirty="0">
                <a:solidFill>
                  <a:schemeClr val="bg1"/>
                </a:solidFill>
              </a:rPr>
              <a:t>主讲人：                     时间：</a:t>
            </a:r>
          </a:p>
        </p:txBody>
      </p:sp>
    </p:spTree>
    <p:extLst>
      <p:ext uri="{BB962C8B-B14F-4D97-AF65-F5344CB8AC3E}">
        <p14:creationId xmlns:p14="http://schemas.microsoft.com/office/powerpoint/2010/main" val="141578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2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5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3230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6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30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</Words>
  <Application>Microsoft Office PowerPoint</Application>
  <PresentationFormat>宽屏</PresentationFormat>
  <Paragraphs>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Zitong Liao</cp:lastModifiedBy>
  <cp:revision>6</cp:revision>
  <dcterms:created xsi:type="dcterms:W3CDTF">2023-08-13T07:44:27Z</dcterms:created>
  <dcterms:modified xsi:type="dcterms:W3CDTF">2023-10-27T13:21:30Z</dcterms:modified>
</cp:coreProperties>
</file>